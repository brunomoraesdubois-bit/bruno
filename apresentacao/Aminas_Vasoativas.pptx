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1a3f5249-0e1b-d39d-2932-370f36f7fbc2}">
          <p14:sldIdLst>
            <p14:sldId id="256"/>
            <p14:sldId id="257"/>
          </p14:sldIdLst>
        </p14:section>
        <p14:section name="Fisiologia: pressão, débito e perfusão; farmacologia dos receptores" id="{d213d3c9-31a7-8e69-ca81-e48fe1933cbc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66c51156-7b1d-1314-45da-cf665ac5d21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60bbd2e3-5bce-a1b9-c866-499b22a36982}">
          <p14:sldIdLst>
            <p14:sldId id="271"/>
          </p14:sldIdLst>
        </p14:section>
        <p14:section name="Perioperatório: escolha da droga e alvo de pressão" id="{f4cf14d9-ee59-5327-680f-431b5d644c24}">
          <p14:sldIdLst>
            <p14:sldId id="272"/>
            <p14:sldId id="273"/>
          </p14:sldIdLst>
        </p14:section>
        <p14:section name="Mensagens finais e encerramento" id="{277fcfa1-5bc5-b9da-ca3e-3301a32bb698}">
          <p14:sldIdLst>
            <p14:sldId id="274"/>
            <p14:sldId id="275"/>
          </p14:sldIdLst>
        </p14:section>
        <p14:section name="Slides ocultos de reserva para perguntas (não aparecem na apresentação)" id="{0b537e0d-6d18-71b9-c97e-9de88f949c6b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55 s nos 20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25 s (0:30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Na vasoplegia o problema é o tônus: sepse, anestesia geral, neuroeixo, anafilaxia, saída de CEC. Na falência de bomba o débito é baixo, em geral com resistência alta; na sepse, a disfunção miocárdica pode coexistir com vasoplegia. O α1 também contrai veias, recruta volume não estressado e aumenta o retorno venoso: Persichini e colaboradores mostraram, em pacientes com choque séptico, que reduzir a dose de noradrenalina diminui a pressão sistêmica média, o retorno venoso e o débito cardíaco. Para diferenciar, a ESICM 2025 recomenda eco como primeira imagem, parâmetros dinâmicos antes de mais volume e perfusão seriada pelo tempo de enchimento capilar.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o débito baixo. Por isso, a decisão de usar inotrópico depende de sinais de hipoperfusão e de uma estimativa do débito, e não apenas da pressão. Os sinais estão no slide.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5 s (1:55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 curta duração das catecolaminas facilita a titulação por infusão contínua;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45 s (4:20 → 5:05)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45 s (5:05 → 5:50)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A dose “renal” não protege o rim: no ensaio da ANZICS, 328 pacientes críticos com disfunção renal inicial receberam dopamina em 2 mcg/kg/min ou placebo, sem diferença no pico de creatinina, na diálise ou na mortalidade. No SOAP II, 1.679 pacientes em choque receberam dopamina ou noradrenalina como primeira droga: mortalidade em 28 dias semelhante, 52,5 contra 48,5%, com o dobro de arritmias; por isso a SSC 2026 recomenda não usar a dopamina como primeira linha.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5 s (5:50 → 6:55)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A milrinona entra em outro ponto: inibe a PDE3, a enzima que degrada o AMPc em 5′-AMP. Ela não depende do receptor β, mas precisa de alguma produção de AMPc. Por isso mantém efeito com betabloqueio ou com receptores dessensibilizados. Mas isso é fundamento farmacológico, não benefício demonstrado, como vamos ver no DOREMI daqui a dois slides.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25 s (6:55 → 8:20)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(8:20 → 9:10)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O único ensaio que comparou as duas é o DOREMI: randomizado e duplo-cego, 192 pacientes com choque cardiogênico receberam milrinona ou dobutamina. O desfecho composto, que incluía morte, parada ressuscitada, suporte mecânico ou transplante, infarto, AVC e diálise nova,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a escolha fica farmacológica, e as diferenças da tabela são perfis esperados. A milrinona faz sentido no VD com hipertensão pulmonar, como na saída de CEC, porque reduz a resistência pulmonar, e quando a taquicardia ou o betabloqueio limitam a dobutamina. Quando há indicação de inotrópico, a dobutamina pode ser mais conveniente se houver hipotensão associada, insuficiência renal, porque a milrinona acumula,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40 s (9:10 → 10:50)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Primeiro, a pressão de perfusão: o VD fica isquêmico quando a PAM cai, então noradrenalina para sustentar a PAM e, conforme a vasoplegia associada, vasopressina. Segundo, a resistência pulmonar: corrigir hipóxia, hipercapnia e acidose e, se preciso, vasodilatador pulmonar inalado. Terceiro, a contratilidade: aqui a milrinona faz sentido, porque é inotrópica e reduz a resistência pulmonar; a dobutamina é alternativa. Quarto, volume e ritmo: o VD dilatado tolera mal mais volume.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55 s (10:50 → 11:45)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50 s (11:45 → 12:35)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(12:35 → 13:30)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iniciada cedo e, se preciso, por veia periférica. Vasopressina quando a dose de noradrenalina está subindo; a diretriz não define um limiar, e na enquete dos painelistas a mediana foi 0,3 mcg/kg/min. Adrenalina se a PAM continuar inadequada. Alvo inicial de 65 mmHg, ou 60 a 65 a partir dos 65 anos. Sobre o momento da vasopressina, o VASSPR, publicado neste mês: 3.959 pacientes com choque séptico em hospitais sorteados para iniciar a vasopressina com noradrenalina em 0,1 ou em 0,4 mcg/kg/min; a mortalidade foi igual, 31,8 contra 33,0%. Antecipar como regra não trouxe ganho. Na disfunção cardíaca com hipoperfusão apesar de volume e PAM adequados, dobutamina com noradrenalina, ou adrenalina; hidrocortisona sugerida; levosimendana e terlipressina, contra.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(13:30 → 14:35)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resgate. Na cesárea, fenilefrina profilática, com a noradrenalina como alternativa. Na anafilaxia, adrenalina. Um dado do nosso serviço: Gouvêa, Diaz e colaboradores avaliaram por ETE a função do VD de 19 pacientes selecionados em cinco momentos do transplante hepático, do basal ao fechamento; TAPSE e fração de variação de área permaneceram normais, inclusive após a reperfusão. Mais um motivo para identificar o mecanismo da hipotensão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25 s (14:35 → 16:00)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hepatectomia,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hypotension”, de Lineburger e colaboradores, com Rodrigo Diaz entre os autores: a hipotensão intraoperatória, mesmo por períodos curtos, se associa a lesão renal aguda, lesão miocárdica, delirium e mortalidade; o editorial defende monitorização contínua, manejo proativo e metas individualizadas. O POQI 2024 trata PAM de 60 em pacientes de risco como limite mínimo, não como garantia de perfusão; com pressão venosa ou compartimental alta, o alvo tende a ser maior. Acima do piso, o único ensaio positivo é o HISTAP: 630 pacientes com 60 anos ou mais, hipertensos, em cirurgia abdominal maior, randomizados para PAM de pelo menos 80 ou de pelo menos 65; morte ou disfunção orgânica em 38 contra 49%, sobretudo por menos lesão renal aguda. Os outros ensaios com alvos mais altos foram neutros.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1 min 10 s (16:00 → 17:10)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na hipotensão anestésica com bradicardia, efedrina; anafilaxia, adrenalina. A droga certa é a que corrige esse componente,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(17:10 → 17:45)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(17:45 → 17:55)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síntese das drogas, um slide para cada droga de bolus e para a vasopressina, os adjuvantes do choque refratário, a sequência da SSC 2026, os alvos de pressão no choque e no intraoperatório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só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a mesma mortalidade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é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iguais,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41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2026-10-18T22:08:15Z</dcterms:created>
  <dcterms:modified xsi:type="dcterms:W3CDTF">2026-10-18T22:08:15Z</dcterms:modified>
</cp:coreProperties>
</file>