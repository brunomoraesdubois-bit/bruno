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fcaf0366-49be-2935-7faf-8de61a577872}">
          <p14:sldIdLst>
            <p14:sldId id="256"/>
            <p14:sldId id="257"/>
          </p14:sldIdLst>
        </p14:section>
        <p14:section name="01 · Fisiologia: pressão, débito e perfusão" id="{79275c8f-902b-fa3d-cfe7-2eedff36bfd2}">
          <p14:sldIdLst>
            <p14:sldId id="258"/>
            <p14:sldId id="259"/>
          </p14:sldIdLst>
        </p14:section>
        <p14:section name="02 · Receptores" id="{e5c16ef7-bc61-25cc-8c67-7f178be6e84d}">
          <p14:sldIdLst>
            <p14:sldId id="260"/>
          </p14:sldIdLst>
        </p14:section>
        <p14:section name="03 · Drogas: noradrenalina, adrenalina, dobutamina (e dopamina), milrinona (escolha), fenilefrina e efedrina" id="{1fd22942-ac8c-52b6-735f-04f9b056c037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bb9fc973-137b-0d15-a1a1-d5110dd676df}">
          <p14:sldIdLst>
            <p14:sldId id="267"/>
          </p14:sldIdLst>
        </p14:section>
        <p14:section name="05 · Choque séptico: a sequência da SSC 2026" id="{1192bae1-c234-7315-e0b7-dde013c0c733}">
          <p14:sldIdLst>
            <p14:sldId id="268"/>
          </p14:sldIdLst>
        </p14:section>
        <p14:section name="06 · Perioperatório: escolha da droga" id="{acb8902b-6ff1-6fb9-b923-5cde8ac3a3ec}">
          <p14:sldIdLst>
            <p14:sldId id="269"/>
          </p14:sldIdLst>
        </p14:section>
        <p14:section name="07 · Mensagens finais e encerramento" id="{93325013-515c-e0c7-cfbd-a06b69218045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11 min 55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 o órgão recebe a diferença entre a PAM e a PVC. Três situações. Na vasoplegia o problema é o tônus arterial, como na sepse, na anestesia geral e no bloqueio de neuroeixo: o alvo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mais rápido para definir o tipo de choque: função dos ventrículos, volemia, pericárdio e o VTI na via de saída como estimativa do débito. Os monitores de débito, por contorno de pulso, termodiluição ou Doppler esofágico, dão o número e a resposta a volume, junto com VPP e VVS, elevação passiva das pernas ou um minidesafio hídrico.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5 s (1:50 → 2:55)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α2, pré-sináptico, reduz a liberação de noradrenalina; é o alvo da dexmedetomidina.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 e permitem bolus. E o uso prolongado dessensibiliza os receptores.</a:t>
            </a:r>
            <a:endParaRPr lang="en-US" dirty="0"/>
          </a:p>
          <a:p>
            <a:r>
              <a:rPr lang="en-US" dirty="0"/>
              <a:t>TEMPO: 50 s (2:55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(3:45 → 4:25)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com infusão se for preciso repetir.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35 s (4:25 → 5:00)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(5:00 → 5:35)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a enzima que degrada o AMPc,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(5:35 → 6:30)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ela precisa de uma PAM sustentada, em geral com noradrenalina. Dobutamina quando a pressão está baixa ou há vasoplegia, em que a vasodilatação e a meia-vida longa da milrinona pesam contra; na insuficiência renal; e quando se quer titulação rápida, porque a meia-vida é de minutos. No choque séptico com disfunção miocárdica, a SSC 2026 sugere dobutamina associada à noradrenalina, ou adrenalina isolada, e reconhece que faltam dados para preferir a dobutamina à milrinona: é preferência prática, não superioridade demonstrada.</a:t>
            </a:r>
            <a:endParaRPr lang="en-US" dirty="0"/>
          </a:p>
          <a:p>
            <a:r>
              <a:rPr lang="en-US" dirty="0"/>
              <a:t>TEMPO: 1 min 15 s (6:30 → 7:45)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e, sobretudo, libera noradrenalina das terminações; sobe pressão, frequência e débito, por isso é a escolha quando há bradicardia; perde efeito com doses repetidas,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(7:45 → 8:35)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Dose fixa, em geral 0,03 unidades por minuto, no choque séptico com noradrenalina em escalada, na vasoplegia após CEC e na hipotensão refratária com IECA ou BRA; o risco é isquemia digital e mesentérica. A hidrocortisona restaura a resposta vascular às catecolaminas, 200 mg por dia no choque séptico. O azul de metileno inibe a via do óxido nítrico e fica como resgate na vasoplegia refratária, como após CEC ou na reperfusão do enxerto hepático.</a:t>
            </a:r>
            <a:endParaRPr lang="en-US" dirty="0"/>
          </a:p>
          <a:p>
            <a:r>
              <a:rPr lang="en-US" dirty="0"/>
              <a:t>TEMPO: 55 s (8:35 → 9:30)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apenas se houver disfunção cardíaca com hipoperfusão.</a:t>
            </a:r>
            <a:endParaRPr lang="en-US" dirty="0"/>
          </a:p>
          <a:p>
            <a:r>
              <a:rPr lang="en-US" dirty="0"/>
              <a:t>TEMPO: 30 s (9:30 → 10:00)</a:t>
            </a:r>
            <a:endParaRPr lang="en-US" dirty="0"/>
          </a:p>
          <a:p>
            <a:r>
              <a:rPr lang="en-US" dirty="0"/>
              <a:t>PONTO-CHAVE: Noradrenalina, depois vasopressina, depois adrenalina; inotrópico apenas com disfunção cardíaca e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como após CEC, com IECA ou BRA ou na reperfusão do enxerto hepático, vasopressina, com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nos momentos avaliados, inclusive trinta minutos após a reperfusão. O estudo não mediu os primeiros minutos da reperfusão, então não diz se a instabilidade aguda é vasoplegia ou disfunção transitória do VD. O que ele sustenta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(10:00 → 11:15)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taquicardia: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(11:15 → 11:45)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(11:45 → 11:55)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 de cada dro"/>
          <p:cNvSpPr txBox="1"/>
          <p:nvPr/>
        </p:nvSpPr>
        <p:spPr>
          <a:xfrm>
            <a:off x="1371600" y="3173161"/>
            <a:ext cx="3836789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do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do débito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4637584" y="347249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372221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40412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53401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56567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 (alvo da dexmedetomidina)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titulados; infusão se precisar repetir.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mantém efeito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3884060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apenas se houver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2026-10-20T00:18:43Z</dcterms:created>
  <dcterms:modified xsi:type="dcterms:W3CDTF">2026-10-20T00:18:43Z</dcterms:modified>
</cp:coreProperties>
</file>