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7e890e09-2c26-fb1c-a2d8-715c6ff55771}">
          <p14:sldIdLst>
            <p14:sldId id="256"/>
            <p14:sldId id="257"/>
          </p14:sldIdLst>
        </p14:section>
        <p14:section name="01 · Fisiologia: pressão, débito e perfusão" id="{22d23242-4d59-91d5-3991-ac8b9056ca5c}">
          <p14:sldIdLst>
            <p14:sldId id="258"/>
            <p14:sldId id="259"/>
          </p14:sldIdLst>
        </p14:section>
        <p14:section name="02 · Receptores e vias de sinalização" id="{093a4b0a-27e9-3356-8596-71fdf99ad4c1}">
          <p14:sldIdLst>
            <p14:sldId id="260"/>
          </p14:sldIdLst>
        </p14:section>
        <p14:section name="03 · Drogas: noradrenalina, adrenalina, dobutamina (e dopamina), milrinona (escolha e falência de VD), fenilefrina e efedrina" id="{5fbb48be-c63d-0af0-276c-f98a6c08bd8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d6b6ff33-4655-fba1-3962-29e5d8b36178}">
          <p14:sldIdLst>
            <p14:sldId id="268"/>
          </p14:sldIdLst>
        </p14:section>
        <p14:section name="05 · Choque séptico: a sequência da SSC 2026" id="{818dfb28-ddba-75bc-48dd-50502df58527}">
          <p14:sldIdLst>
            <p14:sldId id="269"/>
          </p14:sldIdLst>
        </p14:section>
        <p14:section name="06 · Perioperatório: escolha da droga e alvo de pressão" id="{aedf97ad-865c-d55a-c843-0f96708836e9}">
          <p14:sldIdLst>
            <p14:sldId id="270"/>
            <p14:sldId id="271"/>
          </p14:sldIdLst>
        </p14:section>
        <p14:section name="07 · Mensagens finais e encerramento" id="{d53d3804-6951-6612-0d80-a8c6e65294b2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13 min 30 s nos 18 slides;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 e cuidados, e quando preferir milrinona ou dobutamina.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é o produto do débito cardíaco pela resistência vascular sistêmica, somado à pressão venosa central, que pesa quando está alta, porque reduz a pressão de perfusão. Na vasoplegia o problema é o tônus arterial: sepse, anestesia geral, bloqueio de neuroeixo, anafilaxia, saída de CEC; as causas anestésicas e a anafilaxia somam venodilatação. Na falência de bomba o débito é baixo, em geral com resistência alta; na sepse, a disfunção miocárdica pode coexistir com vasoplegia. Na pré-carga baixa, a hipovolemia pede volume; o α1 também contrai veias e recruta volume não estressado, elevando o retorno venoso.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50 s (0:55 → 1:45)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Os sinais estão no slide. Antes da droga, perguntar se o débito responde a volume; o eco mostra o VTI e a função dos ventrículos.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(1:45 → 2:30)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β1 aumenta contratilidade e frequência; β2 dilata vasos e brônquios e eleva glicemia e lactato. D1 dilata os leitos renal e mesentérico. V1 e PDE3 entram na tabela porque vasopressina e milrinona não dependem do adrenoceptor. Dois pontos práticos: as catecolaminas têm meia-vida de minutos, o que favorece a infusão contínua; fenilefrina e efedrina, sem o anel catecol, duram mais e costumam ir em bolus. E o uso prolongado dessensibiliza os adrenoceptores.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45 s (2:30 → 3:15)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(3:15 → 3:55)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(3:55 → 4:40)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dobutamina aumenta a produção de AMPc pelo receptor β1; a milrinona também aumenta o AMPc, mas impedindo a degradação.</a:t>
            </a:r>
            <a:endParaRPr lang="en-US" dirty="0"/>
          </a:p>
          <a:p>
            <a:r>
              <a:rPr lang="en-US" dirty="0"/>
              <a:t>TEMPO: 50 s (4:40 → 5:30)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e, por isso, age depois do receptor β: é um inodilatador, aumenta contratilidade e relaxamento e reduz as resistências sistêmica e pulmonar. A indicação é a disfunção ventricular com baixo débito que exige inotrópico, incluindo a saída difícil de CEC.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45 s (5:30 → 6:15)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Primeiro, a indicação: inotrópico quando há disfunção ventricular com baixo débito e hipoperfusão, depois de otimizar volume e PAM. Se a hipotensão é por vasoplegia, a droga é o vasopressor; um inodilatador baixa ainda mais a pressão.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significativa, inclusive nos 93 pacientes betabloqueados. Isso não comprova equivalência, mas deixa a escolha farmacológica. Milrinona no VD com hipertensão pulmonar, como na saída de CEC, e quando taquicardia ou betabloqueio limitam a dobutamina.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15 s (6:15 → 7:30)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Pressão de perfusão: o VD pode ficar isquêmico quando a PAM cai; noradrenalina e, se houver vasoplegia, vasopressina. Resistência pulmonar: corrigir hipóxia, hipercapnia e acidose; se preciso, vasodilatador inalado. Contratilidade: a milrinona faz sentido porque é inotrópica e reduz a resistência pulmonar; a dobutamina é alternativa; adrenalina no choque grave. Volume e ritmo: o VD dilatado tolera mal a sobrecarga de volume.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45 s (7:30 → 8:15)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Em bolus de 50 a 100 microgramas, é útil quando a taquicardia é indesejável, mas pode reduzir o débito quando ele depende da frequência; na cesárea, o consenso de 2018 recomenda vasopressor α-agonista em infusão profilática. Efedrina: α1 e β1 moderados; sobe pressão, frequência e débito.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(8:15 → 9:05)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Adjuvantes: a hidrocortisona restaura a resposta às catecolaminas, 200 mg por dia;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(9:05 → 9:50)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cedo, mesmo por veia periférica. Vasopressina quando a dose de noradrenalina sobe, sem limiar definido. Adrenalina se a PAM continuar inadequada. Alvo inicial de 65 mmHg, ou 60 a 65 a partir dos 65 anos. Sobre o momento da vasopressina, o VASSPR, de outubro de 2026, com 3.959 pacientes em 13 hospitais, comparou iniciá-la com 0,1 ou com 0,4 microgramas por quilo por minuto de noradrenalina ou equivalente: mortalidade semelhante, 31,8 contra 33,0%.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(9:50 → 10:40)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tônus baixo com frequência normal ou alta pede agonista α1; bradicardia associada pede ação β1, efedrina ou, se grave, adrenalina; baixo débito pede inotrópico, e a milrinona ajuda no VD com hipertensão pulmonar; vasoplegia refratária às catecolaminas, como após CEC, com IECA ou BRA ou na reperfusão do enxerto hepático, pode responder à vasopressina, com azul de metileno como resgate; e pré-carga baixa pede volume, não amina. Um dado do nosso serviço: Gouvêa, Diaz e colaboradores avaliaram por ETE o VD de 19 pacientes selecionados em cinco momentos do transplante hepático; TAPSE e variação fracional de área permaneceram normais, inclusive após a reperfusão.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5 s (10:40 → 11:45)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O POQI 2024 trata PAM de 60 em pacientes de risco como limite mínimo; com pressão venosa ou compartimental alta, o alvo sobe. Acima do piso, o ensaio positivo mais recente é o HISTAP: 630 hipertensos com 60 anos ou mais, em cirurgia abdominal maior, PAM de pelo menos 80 contra pelo menos 65: morte ou disfunção orgânica em 38 contra 49%, sobretudo por menos lesão renal aguda. Outros ensaios, como o POISE-3 e o IMPROVE-multi, foram neutros.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(11:45 → 12:45)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efedrina. Com taquicardia: fenilefrina. Anafilaxia: adrenalina.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(12:45 → 13:20)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(13:20 → 13:30)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(2025), cap. 13, 50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2026-10-19T21:46:12Z</dcterms:created>
  <dcterms:modified xsi:type="dcterms:W3CDTF">2026-10-19T21:46:12Z</dcterms:modified>
</cp:coreProperties>
</file>