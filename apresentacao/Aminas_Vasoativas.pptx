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c5b9d56e-6271-03ac-0b7f-915e3acbc3c8}">
          <p14:sldIdLst>
            <p14:sldId id="256"/>
            <p14:sldId id="257"/>
          </p14:sldIdLst>
        </p14:section>
        <p14:section name="01 · Fisiologia: pressão, débito e perfusão" id="{0d211aef-7264-d7b3-dc8d-fd5a292edfbc}">
          <p14:sldIdLst>
            <p14:sldId id="258"/>
            <p14:sldId id="259"/>
          </p14:sldIdLst>
        </p14:section>
        <p14:section name="02 · Receptores" id="{d0514519-1fa5-f6c0-895e-1601e88d968a}">
          <p14:sldIdLst>
            <p14:sldId id="260"/>
          </p14:sldIdLst>
        </p14:section>
        <p14:section name="03 · Drogas: noradrenalina, adrenalina, dobutamina (e dopamina), milrinona (escolha), fenilefrina e efedrina" id="{b65bb93a-8b18-966e-1ea3-78895525de0f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05dc4851-93b1-6f43-397f-999571f5915a}">
          <p14:sldIdLst>
            <p14:sldId id="267"/>
          </p14:sldIdLst>
        </p14:section>
        <p14:section name="05 · Choque séptico: a sequência da SSC 2026" id="{fb2c9d30-3bf2-6eee-5170-584680abbc21}">
          <p14:sldIdLst>
            <p14:sldId id="268"/>
          </p14:sldIdLst>
        </p14:section>
        <p14:section name="06 · Perioperatório: escolha da droga" id="{05933bee-86e0-fa64-f9ca-b7a38bc88779}">
          <p14:sldIdLst>
            <p14:sldId id="269"/>
          </p14:sldIdLst>
        </p14:section>
        <p14:section name="07 · Mensagens finais e encerramento" id="{41c37686-5580-1250-bddf-9a6068b96686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12 min 15 s nos 16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O eco, transesofágico ou transtorácico, é sugerido como imagem de primeira linha para definir o tipo de choque: função do VE e do VD, tamanho das cavidades, pericárdio e o VTI na via de saída, que estima o volume sistólico e, repetido, mostra a resposta a volume ou a droga. Os monitores de débito dão o número e a resposta a uma intervenção. Os marcadores de perfusão tissular, lidos em conjunto,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55 s (1:50 → 2:45)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Eco: a ESICM 2025 sugere a ecocardiografia como imagem de primeira linha para definir o tipo de choque. VD: TAPSE abaixo de 17 mm e variação fracional de área abaixo de 35% indicam disfunção sistólica (ASE/EACVI 2015, quantificação de câmaras); ao ETE, o TAPSE sofre com o alinhamento do feixe nos cortes médio-esofágicos, por isso usa-se a variação fracional de área no corte médio-esofágico de quatro câmaras, o TAPSE por M-mode anatômico nos cortes transgástricos ou o TAPSE modificado (distância ânulo-ápice). Volume sistólico = área da via de saída do VE × VTI; débito = volume sistólico × FC; como a área é fixa no mesmo paciente, a variação do VTI acompanha a do volume sistólico. Na elevação passiva das pernas, aumento do débito de cerca de 10% prediz resposta (Monnet, Intensive Care Med 2016, metanálise de 21 estudos e 991 pacientes); nos estudos ecocardiográficos, pequenos, o limiar do VTI ficou em torno de 12%; após a prova de volume, aumento do VTI de 10 a 15% é a definição usual de respondedor. A área diastólica final do VE no corte transgástrico é índice estático de pré-carga, útil nos extremos, e não prediz isoladamente a resposta a volume.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contorno de pulso não calibrado (FloTrac, ClearSight) perde acurácia com RVS baixa e vasopressor: em cirróticos, versão antiga do FloTrac teve erro percentual de 54% vs. termodiluição, limite aceito 30% (Biancofiore, Br J Anaesth 2009);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mL, ↑índice sistólico &gt; 6% (Biais, Anesthesiology 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reduz a liberação de noradrenalina no terminal pré-sináptico e, no tronco encefálico, dá sedação e simpatólise, o efeito da dexmedetomidina. β1 aumenta contratilidade e frequência. β2 dilata vasos e brônquios e eleva glicemia e lactato. D1 dilata os leitos renal e mesentérico. V1 e PDE3 estão na tabela porque vasopressina e milrinona não dependem do adrenoceptor. Catecolaminas têm meia-vida de minutos e vão em infusão; fenilefrina e efedrina duram mais e são as drogas habituais de bolus. O uso prolongado dessensibiliza os receptores, sobretudo os β.</a:t>
            </a:r>
            <a:endParaRPr lang="en-US" dirty="0"/>
          </a:p>
          <a:p>
            <a:r>
              <a:rPr lang="en-US" dirty="0"/>
              <a:t>TEMPO: 50 s (2:45 → 3:35)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(3:35 → 4:15)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(4:15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(4:55 → 5:30)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(5:30 → 6:25)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perfil, que está na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em que a vasodilatação e a meia-vida longa da milrinona pesam contra; na insuficiência renal; e para titulação rápida, com meia-vida de minutos. No choque séptico com disfunção miocárdica e hipoperfusão persistente, a Surviving Sepsis Campaign de 2026, a SSC,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15 s (6:25 → 7:40)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habituais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 também, de forma indireta,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(7:40 → 8:30)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acidose; no choque séptico há deficiência relativa do hormônio. No choque séptico, com noradrenalina em escalada, a dose é em geral fixa, 0,03 unidades por minuto; na vasoplegia após CEC, o VANCS titulou de 0,01 a 0,06 unidades por minuto; com IECA ou BRA, bolus pequenos ou infusão titulada; o risco é isquemia digital e mesentérica. A hidrocortisona restaura a resposta vascular às catecolaminas, 200 mg por dia no choque séptico. O azul de metileno inibe a via do óxido nítrico e fica como resgate na vasoplegia refratária: após CEC, onde há mais estudos, e na reperfusão do enxerto hepático, com base em relatos, séries e um ensaio pequeno; o uso profilático não mostrou benefício em uma coorte pareada. Outras indicações, apenas para citar: metemoglobinemia e choque séptico refratário. Cuidados: deficiência de G6PD, interferência na oximetria e no BIS, e síndrome serotoninérgica, inclusive com certos opioides.</a:t>
            </a:r>
            <a:endParaRPr lang="en-US" dirty="0"/>
          </a:p>
          <a:p>
            <a:r>
              <a:rPr lang="en-US" dirty="0"/>
              <a:t>TEMPO: 1 min 15 s (8:30 → 9:45)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reservado à disfunção cardíaca com hipoperfusão, com volume e PAM já otimizados.</a:t>
            </a:r>
            <a:endParaRPr lang="en-US" dirty="0"/>
          </a:p>
          <a:p>
            <a:r>
              <a:rPr lang="en-US" dirty="0"/>
              <a:t>TEMPO: 35 s (9:45 → 10:20)</a:t>
            </a:r>
            <a:endParaRPr lang="en-US" dirty="0"/>
          </a:p>
          <a:p>
            <a:r>
              <a:rPr lang="en-US" dirty="0"/>
              <a:t>PONTO-CHAVE: Noradrenalina, depois vasopressina, depois adrenalina; inotrópico reservado à disfunção cardíaca com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do pós-CEC, do uso de IECA ou BRA e da reperfusão do enxerto hepático: vasopressina, com azul de metileno como resgate; pré-carga baixa, volume. Um dado do nosso serviço ajuda nessa decisão: Gouvêa, Diaz e colaboradores acompanharam por ecocardiografia transesofágica o VD de 19 pacientes selecionados em cinco fases do transplante hepático, e a função sistólica se manteve preservada nos momentos avaliados, inclusive trinta minutos após a reperfusão. Como não mediu os primeiros minutos da reperfusão, o estudo não diz se a instabilidade aguda é vasoplegia ou disfunção transitória do VD; o que fica para a prática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(10:20 → 11:35)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frequência normal ou alta: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(11:35 → 12:05)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(12:05 → 12:15)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803848"/>
                <a:gridCol w="5705971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encefálico; 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(dexmedetomidina); vasoconstrição (hipertensão transitória do bolus)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517305"/>
          </a:xfrm>
          <a:prstGeom prst="roundRect">
            <a:avLst>
              <a:gd name="adj" fmla="val 2166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Choque séptico: dose em geral fixa, até 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dose em geral fixa, até 0,04 U/min. Vasoplegia pós-CEC: titulada (0,01–0,06 U/min no VANCS).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4132603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Também: metemoglobinemia; choque séptico refratário, em estudo.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Koelzow, Anesth Analg 2002 · Fukazawa, J Hepatobiliary Pancreat Sci 2011 · Miller’s Anesthesia, 10ª ed. (2025), cap. 79</a:t>
            </a:r>
            <a:endParaRPr lang="en-US" sz="11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reservado à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3084810" y="3170165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(ou adrenalina, no choque séptico);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7397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2026-10-20T19:22:23Z</dcterms:created>
  <dcterms:modified xsi:type="dcterms:W3CDTF">2026-10-20T19:22:23Z</dcterms:modified>
</cp:coreProperties>
</file>