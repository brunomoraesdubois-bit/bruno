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3a292199-7013-deb9-1998-265be4c8347e}">
          <p14:sldIdLst>
            <p14:sldId id="256"/>
            <p14:sldId id="257"/>
          </p14:sldIdLst>
        </p14:section>
        <p14:section name="Fisiologia: pressão, débito e perfusão; farmacologia dos receptores" id="{48648d35-6ead-e7df-6395-f74a7c2500d9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e4185b3b-39b5-941f-8507-5cbe4805eb94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004abd66-beff-0d90-6a74-5ee01fba20f1}">
          <p14:sldIdLst>
            <p14:sldId id="271"/>
          </p14:sldIdLst>
        </p14:section>
        <p14:section name="Perioperatório: escolha da droga e alvo de pressão" id="{0849411b-be24-af1d-ae68-bd0fa3b5536a}">
          <p14:sldIdLst>
            <p14:sldId id="272"/>
            <p14:sldId id="273"/>
          </p14:sldIdLst>
        </p14:section>
        <p14:section name="Mensagens finais" id="{12811155-7dec-f5bb-1c63-15a68e395fe1}">
          <p14:sldIdLst>
            <p14:sldId id="274"/>
          </p14:sldIdLst>
        </p14:section>
        <p14:section name="Slides de reserva para perguntas" id="{eeeb7f63-8458-3875-73a7-05efa1a480cd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30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(0:30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como a PAM depende do débito e da resistência, uma resistência alta pode manter a PAM com o débito baixo. Por isso, a decisão de usar inotrópico depende de sinais de hipoperfusão e de uma estimativa do débito, e não apenas da pressão. Na clínica, enchimento capilar e temperatura das extremidades; no laboratório, lactato e saturação venosa central.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a milrinona usada sem indicação clara não trouxe benefício e aumentou hipotensão e arritmia.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50 s (4:20 → 5:10)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50 s (5:10 → 6:00)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(6:00 → 7:00)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30 s (7:00 → 8:30)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(8:30 → 9:20)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rapidamente. Na prática, três perguntas antes de escolher: havia baixo débito com hipoperfusão? Havia disfunção de VD ou hipertensão pulmonar? A hipotensão era vasoplegia?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(9:20 → 10:40)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para sustentar a PAM e, conforme a vasoplegia associada,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(10:40 → 11:30)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55 s (11:30 → 12:25)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1 min (12:25 → 13:25)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 (forte em relação à dopamina).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(13:25 → 14:25)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Na cesárea, a noradrenalina em bolus causou menos bradicardia materna que a fenilefrina (Sharkey, Anesth Analg 2019). Na anafilaxia, adrenalina. Um dado do nosso serviço: Gouvêa, Diaz e colaboradores, por ETE em 19 pacientes selecionados, encontraram função do VD preservada em todas as fases do transplante hepático, inclusive após a reperfusão: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20 s (14:25 → 15:45)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tende a ser maior. No HISTAP, PAM ≥80 beneficiou hipertensos de alto risco, mas os ensaios divergem.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55 s (15:45 → 16:40)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  <a:p>
            <a:r>
              <a:rPr lang="en-US" dirty="0"/>
              <a:t>TEMPO: 50 s (16:40 → 17:30)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a conduta na falência de VD, o roteiro e as referências. Posso abrir o que for útil para a discussão.</a:t>
            </a:r>
            <a:endParaRPr lang="en-US" dirty="0"/>
          </a:p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 o choque resolveu mais rápido, sem redução de mortalidade; no APROCCHSS, hidrocortisona com fludrocortisona reduziu a mortalidade; a SSC 2026 sugere usar. A angiotensina II, agonista AT1, elevou a PAM no ATHOS-3 sem mudar a mortalidade e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em idosos, a hipotensão permissiva não aumentou a mortalidade e reduziu a dose e a duração do vasopressor. O OPTPRESS testou o contrário, alvo de 80 a 85 em idosos, e foi interrompido por dano, com mortalidade maior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noradrenalina em dose baixa e fixa desde a admissão aumentou o controle do choque em 6 horas, com menos edema pulmonar e arritmia, sem diferença de mortalidade. A via periférica é segura com protocolo: na metanálise de Tran,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 comparou evitar hipotensão, com PAM de 80 e anti-hipertensivos suspensos, a evitar hipertensão, e não reduziu eventos vasculares. O IMPROVE-multi individualizou o alvo pela pressão basal noturna e não foi melhor que 65. O HISTAP, em idosos hipertensos de alto risco em cirurgia abdominal maior, encontrou menos morte ou disfunção orgânica com PAM de 80,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As referências estão neste slide em forma abreviada; nas notas estão os dados completos dos principais estudos.</a:t>
            </a:r>
            <a:endParaRPr lang="en-US" dirty="0"/>
          </a:p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as citações completas estão abaixo; as diretrizes de base são SSC 2026, ESICM 2025, POQI 2024 e Miller, 10ª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41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37312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2026-10-18T21:35:26Z</dcterms:created>
  <dcterms:modified xsi:type="dcterms:W3CDTF">2026-10-18T21:35:26Z</dcterms:modified>
</cp:coreProperties>
</file>