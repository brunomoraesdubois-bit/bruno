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9c0916a4-0b57-01e3-8d48-2eb87108758a}">
          <p14:sldIdLst>
            <p14:sldId id="256"/>
            <p14:sldId id="257"/>
          </p14:sldIdLst>
        </p14:section>
        <p14:section name="01 · Fisiologia: pressão, débito e perfusão" id="{90b4787c-3955-5e0b-b3a1-122720dd2cdb}">
          <p14:sldIdLst>
            <p14:sldId id="258"/>
            <p14:sldId id="259"/>
          </p14:sldIdLst>
        </p14:section>
        <p14:section name="02 · Receptores" id="{e25c562e-fba1-a9fc-67d1-6ecb1970701e}">
          <p14:sldIdLst>
            <p14:sldId id="260"/>
          </p14:sldIdLst>
        </p14:section>
        <p14:section name="03 · Drogas: noradrenalina, adrenalina, dobutamina (e dopamina), milrinona (escolha), fenilefrina e efedrina" id="{a00eb183-249c-a5c2-6534-83fd75b219d8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22d981da-a0b7-9fd6-fb89-4479e73742f2}">
          <p14:sldIdLst>
            <p14:sldId id="267"/>
          </p14:sldIdLst>
        </p14:section>
        <p14:section name="05 · Choque séptico: a sequência da SSC 2026" id="{697fce64-5a0c-56d6-21d8-9b2beb62b703}">
          <p14:sldIdLst>
            <p14:sldId id="268"/>
          </p14:sldIdLst>
        </p14:section>
        <p14:section name="06 · Perioperatório: escolha da droga" id="{8d8d53ea-bd6a-3618-4ebb-1d7c2d0d13d4}">
          <p14:sldIdLst>
            <p14:sldId id="269"/>
          </p14:sldIdLst>
        </p14:section>
        <p14:section name="07 · Mensagens finais e encerramento" id="{777c9e81-cb8d-3054-15e9-440ee4a44c35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11 min 55 s nos 16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 o órgão recebe a diferença entre a PAM e a PVC. Três situações. Na vasoplegia o problema é o tônus arterial, como na sepse, na anestesia geral e no bloqueio de neuroeixo: o alvo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e o retorno venoso, mais do que a resistência ao retorno venoso, com queda do débito; é a prova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No intraoperatório a perfusão raramente é medida de forma direta, então o caminho é combinar métodos. O eco, transesofágico ou à beira do leito, é o mais rápido para definir o tipo de choque: função dos ventrículos, volemia, pericárdio e o VTI na via de saída, que permite acompanhar o volume sistólico e a resposta às intervenções. Os monitores de débito, por contorno de pulso, termodiluição ou Doppler esofágico, dão o número e a resposta a volume, junto com VPP e VVS, elevação passiva das pernas ou um minidesafio hídrico. E os marcadores de perfusão tissular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1 min 5 s (1:50 → 2:55)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α2, pré-sináptico, reduz a liberação de noradrenalina; é o alvo da dexmedetomidina. β1 aumenta contratilidade e frequência. β2 dilata vasos e brônquios e eleva glicemia e lactato. D1 dilata os leitos renal e mesentérico. V1 e PDE3 estão na tabela porque vasopressina e milrinona não dependem do adrenoceptor. Dois pontos práticos: as catecolaminas têm meia-vida de minutos, por isso vão em geral em infusão; fenilefrina e efedrina duram mais e permitem bolus. E o uso prolongado dessensibiliza os receptores.</a:t>
            </a:r>
            <a:endParaRPr lang="en-US" dirty="0"/>
          </a:p>
          <a:p>
            <a:r>
              <a:rPr lang="en-US" dirty="0"/>
              <a:t>TEMPO: 50 s (2:55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β1 modesta: sobe a PAM pela resistência e pela venoconstrição, com débito em geral mantido, podendo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(3:45 → 4:25)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com infusão se for preciso repetir.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35 s (4:25 → 5:00)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(5:00 → 5:35)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a enzima que degrada o AMPc,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(5:35 → 6:30)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 farmacológico, que está na tabela. Milrinona quando a circulação pulmonar e o VD são o problema, como na hipertensão pulmonar e na saída de CEC com resistência pulmonar alta, e quando o betabloqueio ou a taquicardia limitam a dobutamina; ela precisa de uma PAM sustentada, em geral com noradrenalina. Dobutamina quando a pressão está baixa ou há vasoplegia, em que a vasodilatação e a meia-vida longa da milrinona pesam contra; na insuficiência renal; e quando se quer titulação rápida, porque a meia-vida é de minutos. No choque séptico com disfunção miocárdica, a SSC 2026 sugere dobutamina associada à noradrenalina, ou adrenalina isolada, e reconhece que faltam dados para preferir a dobutamina à milrinona: é preferência prática, não superioridade demonstrada.</a:t>
            </a:r>
            <a:endParaRPr lang="en-US" dirty="0"/>
          </a:p>
          <a:p>
            <a:r>
              <a:rPr lang="en-US" dirty="0"/>
              <a:t>TEMPO: 1 min 15 s (6:30 → 7:45)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e, sobretudo, libera noradrenalina das terminações; sobe pressão, frequência e débito, por isso é a escolha quando há bradicardia; perde efeito com doses repetidas,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(7:45 → 8:35)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a via adrenérgica não basta, três recursos além das aminas. A vasopressina age no receptor V1, fora da via adrenérgica: poupa catecolamina e costuma manter efeito em acidose; no choque séptico há deficiência relativa do hormônio endógeno. Dose fixa, em geral 0,03 unidades por minuto, no choque séptico com noradrenalina em escalada, na vasoplegia após CEC e na hipotensão refratária com IECA ou BRA; o risco é isquemia digital e mesentérica. A hidrocortisona restaura a resposta vascular às catecolaminas, 200 mg por dia no choque séptico. O azul de metileno inibe a via do óxido nítrico e fica como resgate na vasoplegia refratária, como após CEC ou na reperfusão do enxerto hepático.</a:t>
            </a:r>
            <a:endParaRPr lang="en-US" dirty="0"/>
          </a:p>
          <a:p>
            <a:r>
              <a:rPr lang="en-US" dirty="0"/>
              <a:t>TEMPO: 55 s (8:35 → 9:30)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apenas se houver disfunção cardíaca com hipoperfusão.</a:t>
            </a:r>
            <a:endParaRPr lang="en-US" dirty="0"/>
          </a:p>
          <a:p>
            <a:r>
              <a:rPr lang="en-US" dirty="0"/>
              <a:t>TEMPO: 30 s (9:30 → 10:00)</a:t>
            </a:r>
            <a:endParaRPr lang="en-US" dirty="0"/>
          </a:p>
          <a:p>
            <a:r>
              <a:rPr lang="en-US" dirty="0"/>
              <a:t>PONTO-CHAVE: Noradrenalina, depois vasopressina, depois adrenalina; inotrópico apenas com disfunção cardíaca e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como após CEC, com IECA ou BRA ou na reperfusão do enxerto hepático, vasopressina, com azul de metileno como resgate; pré-carga baixa, volume. Um dado do nosso serviço ajuda nessa decisão: Gouvêa, Diaz e colaboradores acompanharam por ecocardiografia transesofágica o ventrículo direito de 19 pacientes selecionados em cinco fases do transplante hepático, e a função sistólica do VD se manteve preservada nos momentos avaliados, inclusive trinta minutos após a reperfusão. O estudo não mediu os primeiros minutos da reperfusão, então não diz se a instabilidade aguda é vasoplegia ou disfunção transitória do VD. O que ele sustenta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(10:00 → 11:15)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taquicardia: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(11:15 → 11:45)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(11:45 → 11:55)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oses, indicações e cuidados de cada dro"/>
          <p:cNvSpPr txBox="1"/>
          <p:nvPr/>
        </p:nvSpPr>
        <p:spPr>
          <a:xfrm>
            <a:off x="1371600" y="3173161"/>
            <a:ext cx="3836789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4637584" y="347249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40412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53401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56567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698180"/>
                <a:gridCol w="58116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 (alvo da dexmedetomidina)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titulados; infusão se precisar repetir.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mantém efeito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268762"/>
          </a:xfrm>
          <a:prstGeom prst="roundRect">
            <a:avLst>
              <a:gd name="adj" fmla="val 2331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3884060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Miller’s Anesthesia, 10ª ed. (2025), cap. 79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apenas se houver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2026-10-20T00:35:25Z</dcterms:created>
  <dcterms:modified xsi:type="dcterms:W3CDTF">2026-10-20T00:35:25Z</dcterms:modified>
</cp:coreProperties>
</file>